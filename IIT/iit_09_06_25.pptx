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1" r:id="rId2"/>
    <p:sldId id="291" r:id="rId3"/>
    <p:sldId id="276" r:id="rId4"/>
    <p:sldId id="299" r:id="rId5"/>
    <p:sldId id="300" r:id="rId6"/>
    <p:sldId id="301" r:id="rId7"/>
    <p:sldId id="292" r:id="rId8"/>
    <p:sldId id="293" r:id="rId9"/>
    <p:sldId id="294" r:id="rId10"/>
    <p:sldId id="295" r:id="rId11"/>
    <p:sldId id="296" r:id="rId12"/>
    <p:sldId id="297" r:id="rId13"/>
    <p:sldId id="298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922DDD-9CD3-A94A-847A-641AF4D3417C}">
          <p14:sldIdLst>
            <p14:sldId id="261"/>
            <p14:sldId id="291"/>
            <p14:sldId id="276"/>
            <p14:sldId id="299"/>
            <p14:sldId id="300"/>
            <p14:sldId id="30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2" autoAdjust="0"/>
    <p:restoredTop sz="82671" autoAdjust="0"/>
  </p:normalViewPr>
  <p:slideViewPr>
    <p:cSldViewPr snapToGrid="0">
      <p:cViewPr varScale="1">
        <p:scale>
          <a:sx n="104" d="100"/>
          <a:sy n="104" d="100"/>
        </p:scale>
        <p:origin x="1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0D84A-B9DE-4531-8B67-F886AB8E4609}" type="datetimeFigureOut">
              <a:rPr lang="it-IT" smtClean="0"/>
              <a:t>09/06/25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4E75-0CD0-4060-94EA-56A2BD6BB2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55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58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3615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F189C-A215-FB29-585F-AC0F3C7B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A09AF80-E3A5-E761-2337-D4C65A2F2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F280405-A61C-46AA-B67C-8FA71F0E7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D27EEB-B919-CEE8-8ACB-816BA9BAE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173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DDF8A-C7C5-3F99-AF10-AD0C6CF9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617BEA4-B36F-220B-D9CF-7AB13EB71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BD091B1-D00A-F884-BA2B-7E81B7B34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00542D-C9D0-E3E7-B052-60D20399A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12996-990F-4622-90AC-3E387EBEB60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681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C01D-1845-E69B-9CD4-4EB8EA59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8BBC424-1516-870E-CE31-24F937E7D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4EE803-BBEB-7400-290C-78A241A6B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94388B-780D-DE84-D337-2F20DD7D8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7442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7CB8A-8078-71EE-0FD2-E435C1D6C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6674089-69A6-2B10-5A91-FD6D12776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99C6D5-9754-F5BB-A888-A1C972370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ED461D-004C-E1D4-E456-38B75DBF2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0459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5136-9794-7468-A62A-FE4567EA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6D3842-B3B8-9FAB-3D8E-A7CBA6622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ABDEE0A-6AE2-8319-34AE-7F8E0A311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6D0D3A-089D-7021-96E1-DC7D79AAA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750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B237-9BD5-66D1-0C6C-3DD7AC9E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0B82297-9A32-FC95-DEC7-C1835B517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4C5B082-7F88-9E97-377B-B2A5EB2E3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B049D2-128E-1E05-B4DD-834E421A8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2261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834C-50EC-84EE-51EE-F50A8237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123CBE4-B18E-85B4-192E-780617BCC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8A9F22-5048-EA9D-0DC2-A53A1A249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A0D916-9A27-44D6-B64A-368BF75C9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686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0D8-3C13-4485-541C-18F1161F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826B69-7501-F8CB-DAF6-7F145C161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A8654BE-33C5-3E5B-90B8-20BBC1C7B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0B1D65-C98C-8E95-37AC-E2CB15F44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4981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D956-511B-3EBA-82AB-92515855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DC3CBA2-DA24-A6C4-1391-4FD465573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F397C95-C355-E975-3DB9-79CC7E8CF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9E4D98-8878-54B0-DE06-ADF747A8C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742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9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502D2EB4-FDBD-BB47-B0BD-B7A1F6950530}" type="datetime1">
              <a:rPr lang="en-US" smtClean="0"/>
              <a:t>6/9/25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2223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08" y="201216"/>
            <a:ext cx="10972800" cy="990600"/>
          </a:xfrm>
        </p:spPr>
        <p:txBody>
          <a:bodyPr/>
          <a:lstStyle>
            <a:lvl1pPr algn="r">
              <a:defRPr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9214"/>
            <a:ext cx="10972800" cy="4876800"/>
          </a:xfrm>
        </p:spPr>
        <p:txBody>
          <a:bodyPr>
            <a:normAutofit/>
          </a:bodyPr>
          <a:lstStyle>
            <a:lvl1pPr marL="266700" indent="-266700">
              <a:buFont typeface="Wingdings" panose="05000000000000000000" pitchFamily="2" charset="2"/>
              <a:buChar char="§"/>
              <a:defRPr sz="2800">
                <a:latin typeface="Candara" panose="020E0502030303020204" pitchFamily="34" charset="0"/>
              </a:defRPr>
            </a:lvl1pPr>
            <a:lvl2pPr marL="625475" indent="-350838">
              <a:buFont typeface="Courier New" panose="02070309020205020404" pitchFamily="49" charset="0"/>
              <a:buChar char="o"/>
              <a:defRPr sz="2400">
                <a:latin typeface="Candara" panose="020E0502030303020204" pitchFamily="34" charset="0"/>
              </a:defRPr>
            </a:lvl2pPr>
            <a:lvl3pPr>
              <a:defRPr sz="2000">
                <a:latin typeface="Candara" panose="020E0502030303020204" pitchFamily="34" charset="0"/>
              </a:defRPr>
            </a:lvl3pPr>
            <a:lvl4pPr>
              <a:defRPr sz="1800">
                <a:latin typeface="Candara" panose="020E0502030303020204" pitchFamily="34" charset="0"/>
              </a:defRPr>
            </a:lvl4pPr>
            <a:lvl5pPr>
              <a:defRPr sz="16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D0171BDF-87F9-044F-AA62-CC81995935DB}" type="datetime1">
              <a:rPr lang="en-US" smtClean="0"/>
              <a:t>6/9/25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27112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707" y="6300821"/>
            <a:ext cx="716298" cy="5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6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7000"/>
            <a:ext cx="12192000" cy="401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51052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514" y="650593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FFFFFF"/>
                </a:solidFill>
              </a:defRPr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543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rgbClr val="0070C0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/>
          <p:cNvSpPr/>
          <p:nvPr/>
        </p:nvSpPr>
        <p:spPr>
          <a:xfrm>
            <a:off x="-276631" y="-78879"/>
            <a:ext cx="13159946" cy="432845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465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e 18"/>
          <p:cNvSpPr>
            <a:spLocks noChangeAspect="1"/>
          </p:cNvSpPr>
          <p:nvPr/>
        </p:nvSpPr>
        <p:spPr>
          <a:xfrm>
            <a:off x="229281" y="0"/>
            <a:ext cx="3767053" cy="3767053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" name="Connettore 1 10"/>
          <p:cNvCxnSpPr/>
          <p:nvPr/>
        </p:nvCxnSpPr>
        <p:spPr>
          <a:xfrm flipV="1">
            <a:off x="185279" y="5496299"/>
            <a:ext cx="11987783" cy="21431"/>
          </a:xfrm>
          <a:prstGeom prst="line">
            <a:avLst/>
          </a:prstGeom>
          <a:ln w="10541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e 21"/>
          <p:cNvSpPr/>
          <p:nvPr/>
        </p:nvSpPr>
        <p:spPr>
          <a:xfrm>
            <a:off x="9220200" y="3086100"/>
            <a:ext cx="685800" cy="6858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e 22"/>
          <p:cNvSpPr/>
          <p:nvPr/>
        </p:nvSpPr>
        <p:spPr>
          <a:xfrm>
            <a:off x="7027228" y="100732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Connettore 1 25"/>
          <p:cNvCxnSpPr>
            <a:cxnSpLocks/>
          </p:cNvCxnSpPr>
          <p:nvPr/>
        </p:nvCxnSpPr>
        <p:spPr>
          <a:xfrm flipH="1">
            <a:off x="3452833" y="219401"/>
            <a:ext cx="3673916" cy="336832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28"/>
          <p:cNvCxnSpPr>
            <a:cxnSpLocks/>
            <a:endCxn id="19" idx="5"/>
          </p:cNvCxnSpPr>
          <p:nvPr/>
        </p:nvCxnSpPr>
        <p:spPr>
          <a:xfrm flipH="1" flipV="1">
            <a:off x="3444662" y="3215381"/>
            <a:ext cx="5979432" cy="21334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>
            <a:cxnSpLocks/>
            <a:stCxn id="23" idx="6"/>
            <a:endCxn id="12" idx="1"/>
          </p:cNvCxnSpPr>
          <p:nvPr/>
        </p:nvCxnSpPr>
        <p:spPr>
          <a:xfrm>
            <a:off x="7255828" y="215032"/>
            <a:ext cx="4073297" cy="539871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>
            <a:cxnSpLocks/>
            <a:stCxn id="22" idx="7"/>
            <a:endCxn id="12" idx="3"/>
          </p:cNvCxnSpPr>
          <p:nvPr/>
        </p:nvCxnSpPr>
        <p:spPr>
          <a:xfrm flipV="1">
            <a:off x="9805567" y="1239837"/>
            <a:ext cx="1523558" cy="1946696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6300" y="4429191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Candara" panose="020E0502030303020204" pitchFamily="34" charset="0"/>
              </a:rPr>
              <a:t>Progress Meeting : 09.06.2025</a:t>
            </a:r>
            <a:endParaRPr lang="en-US" sz="3800" noProof="0" dirty="0">
              <a:solidFill>
                <a:srgbClr val="0070C0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0E684-2AD6-6BB7-E195-02DB805E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02" y="329332"/>
            <a:ext cx="1917700" cy="1320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5C8736-E0ED-E786-2E11-A553210D1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0" y="2009354"/>
            <a:ext cx="3359696" cy="886516"/>
          </a:xfrm>
          <a:prstGeom prst="rect">
            <a:avLst/>
          </a:prstGeom>
        </p:spPr>
      </p:pic>
      <p:cxnSp>
        <p:nvCxnSpPr>
          <p:cNvPr id="4" name="Connettore 1 28">
            <a:extLst>
              <a:ext uri="{FF2B5EF4-FFF2-40B4-BE49-F238E27FC236}">
                <a16:creationId xmlns:a16="http://schemas.microsoft.com/office/drawing/2014/main" id="{323BF202-DA9A-5780-B33E-B41924CA8C8A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7187759" y="287336"/>
            <a:ext cx="2132874" cy="2899197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e 21">
            <a:extLst>
              <a:ext uri="{FF2B5EF4-FFF2-40B4-BE49-F238E27FC236}">
                <a16:creationId xmlns:a16="http://schemas.microsoft.com/office/drawing/2014/main" id="{8BF46C39-722E-611B-9E83-03862CC10C3E}"/>
              </a:ext>
            </a:extLst>
          </p:cNvPr>
          <p:cNvSpPr/>
          <p:nvPr/>
        </p:nvSpPr>
        <p:spPr>
          <a:xfrm>
            <a:off x="11228692" y="654470"/>
            <a:ext cx="685800" cy="6858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0" name="Connettore 1 28">
            <a:extLst>
              <a:ext uri="{FF2B5EF4-FFF2-40B4-BE49-F238E27FC236}">
                <a16:creationId xmlns:a16="http://schemas.microsoft.com/office/drawing/2014/main" id="{39010A4C-265B-5122-409E-0FA7ACE3FA38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3996334" y="295854"/>
            <a:ext cx="3064372" cy="1587672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circuit&#10;&#10;AI-generated content may be incorrect.">
            <a:extLst>
              <a:ext uri="{FF2B5EF4-FFF2-40B4-BE49-F238E27FC236}">
                <a16:creationId xmlns:a16="http://schemas.microsoft.com/office/drawing/2014/main" id="{480A367D-3FB7-0F31-B2ED-D8F33CA86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929" y="1031416"/>
            <a:ext cx="10178071" cy="5388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A70728-C9B8-439E-2C66-F01B1B6D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36" y="-210253"/>
            <a:ext cx="10363200" cy="1198605"/>
          </a:xfrm>
        </p:spPr>
        <p:txBody>
          <a:bodyPr/>
          <a:lstStyle/>
          <a:p>
            <a:r>
              <a:rPr lang="en-US" dirty="0"/>
              <a:t>Circuit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43CE-E88C-50DF-331F-BE0E0194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2</a:t>
            </a:fld>
            <a:endParaRPr lang="it-IT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04BB1-7C08-3711-2D20-B0A9D0D6F0B6}"/>
              </a:ext>
            </a:extLst>
          </p:cNvPr>
          <p:cNvCxnSpPr>
            <a:cxnSpLocks/>
          </p:cNvCxnSpPr>
          <p:nvPr/>
        </p:nvCxnSpPr>
        <p:spPr>
          <a:xfrm>
            <a:off x="2701479" y="1056872"/>
            <a:ext cx="0" cy="5362935"/>
          </a:xfrm>
          <a:prstGeom prst="line">
            <a:avLst/>
          </a:prstGeom>
          <a:ln w="26424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3C9283B-A713-885F-4BCA-EB07AAD2F796}"/>
              </a:ext>
            </a:extLst>
          </p:cNvPr>
          <p:cNvSpPr txBox="1"/>
          <p:nvPr/>
        </p:nvSpPr>
        <p:spPr>
          <a:xfrm>
            <a:off x="195474" y="3369007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Outside of the chip</a:t>
            </a:r>
          </a:p>
        </p:txBody>
      </p:sp>
    </p:spTree>
    <p:extLst>
      <p:ext uri="{BB962C8B-B14F-4D97-AF65-F5344CB8AC3E}">
        <p14:creationId xmlns:p14="http://schemas.microsoft.com/office/powerpoint/2010/main" val="116400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7F7E537-D414-5FD2-5DF6-A1CE3748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B8694F-698C-278C-137E-72B8E1E2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Change detector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11DA01A-C596-7A8A-509D-8BE674C1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C452726-B7EC-509D-5287-41B0D8D32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72" y="1444330"/>
            <a:ext cx="5969194" cy="497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5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0728-C9B8-439E-2C66-F01B1B6D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Change detector leakage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43CE-E88C-50DF-331F-BE0E0194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4</a:t>
            </a:fld>
            <a:endParaRPr lang="it-IT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F47C977-8C2B-8826-907D-D56722AC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94" y="2311524"/>
            <a:ext cx="9629663" cy="308149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4E9EF7-DBC2-D5F2-3E91-EBFD141D2AD3}"/>
              </a:ext>
            </a:extLst>
          </p:cNvPr>
          <p:cNvCxnSpPr/>
          <p:nvPr/>
        </p:nvCxnSpPr>
        <p:spPr>
          <a:xfrm flipV="1">
            <a:off x="8075851" y="2039193"/>
            <a:ext cx="962953" cy="7120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B4DA1F-AD4D-85D8-E4E5-BBDADA6CD88C}"/>
              </a:ext>
            </a:extLst>
          </p:cNvPr>
          <p:cNvSpPr txBox="1"/>
          <p:nvPr/>
        </p:nvSpPr>
        <p:spPr>
          <a:xfrm>
            <a:off x="7955076" y="1610546"/>
            <a:ext cx="286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Leakage current of 50 </a:t>
            </a:r>
            <a:r>
              <a:rPr lang="en-US" dirty="0" err="1">
                <a:solidFill>
                  <a:schemeClr val="bg1"/>
                </a:solidFill>
              </a:rPr>
              <a:t>fA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38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0F38-CE51-3BDE-4932-D6A972FD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A169-F716-9A30-B65F-66B71615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Array of capacitors leakage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A1ED-76B4-C2B8-54FE-7B7D2897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37A8B-2E91-8660-6FD7-5F6FE883071D}"/>
              </a:ext>
            </a:extLst>
          </p:cNvPr>
          <p:cNvSpPr txBox="1"/>
          <p:nvPr/>
        </p:nvSpPr>
        <p:spPr>
          <a:xfrm>
            <a:off x="728283" y="1820708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Leaky spiking rate of about 1 Hz</a:t>
            </a: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6335EB9C-CB26-2417-E36F-0614C780D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375" y="1198605"/>
            <a:ext cx="6219808" cy="51831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DB9D50-D8C7-AE89-4B3B-1220DE8F7486}"/>
              </a:ext>
            </a:extLst>
          </p:cNvPr>
          <p:cNvSpPr txBox="1"/>
          <p:nvPr/>
        </p:nvSpPr>
        <p:spPr>
          <a:xfrm>
            <a:off x="760714" y="3482938"/>
            <a:ext cx="34480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baseline="-25000" dirty="0" err="1">
                <a:solidFill>
                  <a:schemeClr val="bg1"/>
                </a:solidFill>
              </a:rPr>
              <a:t>diff</a:t>
            </a:r>
            <a:r>
              <a:rPr lang="en-US" dirty="0">
                <a:solidFill>
                  <a:schemeClr val="bg1"/>
                </a:solidFill>
              </a:rPr>
              <a:t> has variations of 20 mV with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r>
              <a:rPr lang="en-US" dirty="0">
                <a:solidFill>
                  <a:schemeClr val="bg1"/>
                </a:solidFill>
              </a:rPr>
              <a:t> of thresholds current: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baseline="-25000" dirty="0" err="1">
                <a:solidFill>
                  <a:schemeClr val="bg1"/>
                </a:solidFill>
              </a:rPr>
              <a:t>reset</a:t>
            </a:r>
            <a:r>
              <a:rPr lang="en-US" dirty="0">
                <a:solidFill>
                  <a:schemeClr val="bg1"/>
                </a:solidFill>
              </a:rPr>
              <a:t> = 10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US" baseline="-25000" dirty="0">
                <a:solidFill>
                  <a:schemeClr val="bg1"/>
                </a:solidFill>
              </a:rPr>
              <a:t>ON</a:t>
            </a:r>
            <a:r>
              <a:rPr lang="en-US" dirty="0">
                <a:solidFill>
                  <a:schemeClr val="bg1"/>
                </a:solidFill>
              </a:rPr>
              <a:t> = 5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US" baseline="-25000" dirty="0">
                <a:solidFill>
                  <a:schemeClr val="bg1"/>
                </a:solidFill>
              </a:rPr>
              <a:t>OFF</a:t>
            </a:r>
            <a:r>
              <a:rPr lang="en-US" dirty="0">
                <a:solidFill>
                  <a:schemeClr val="bg1"/>
                </a:solidFill>
              </a:rPr>
              <a:t> = 20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38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3F8B7BB-9FC9-D867-39D8-5EF6F986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E0657F-886A-E475-C264-4637A188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Input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3B2EBF5-32A1-CD10-1FE6-08486551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38EB0F5-2B9F-6CDD-56AC-A98F960E7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0" y="1299989"/>
            <a:ext cx="603504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30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F47FBAA-5102-16F5-B034-6EF9C2FF6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0C90D2-E001-7CD1-C837-E0C304EC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: Input scaling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790B090-DE62-14BF-8AC2-4746DA9B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7" name="Picture 6" descr="A graph and a diagram&#10;&#10;AI-generated content may be incorrect.">
            <a:extLst>
              <a:ext uri="{FF2B5EF4-FFF2-40B4-BE49-F238E27FC236}">
                <a16:creationId xmlns:a16="http://schemas.microsoft.com/office/drawing/2014/main" id="{467FEE12-A626-EB8C-2FCF-7F1EA352A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99" y="2233140"/>
            <a:ext cx="10111001" cy="371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65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3D2EFB7-0277-BC93-EA4D-7DEA4515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7AD683-0D55-0B96-F956-DCBB1B62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Transconductance Amplifier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987ED34-BC89-4AD8-C85A-05E5C1CE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43E1A303-B3BF-D030-76A3-0D31E9911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102" y="1296340"/>
            <a:ext cx="6043796" cy="503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97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E66CCA6-EDE3-7CAD-CFBD-DB7E92B7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25680-1A69-173B-18FD-2230E8B4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Input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3B539C3-1938-4D91-EFDF-D6A8067E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07308AA-84EC-219C-E03D-4D52D06D51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0" y="1299989"/>
            <a:ext cx="603504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45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1F7757D-7135-F9DA-A5D6-A42A1705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3B101F-C9C2-45F5-155B-0D44FE20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Behavior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E9D1D68-B83F-EE24-6620-AD640292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C624A88-FEEF-3928-E1BB-85D37ED97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057" y="1300206"/>
            <a:ext cx="6105885" cy="508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52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5B5E648-8B98-97C6-FCD0-170AC8AB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1F0CA7-E437-4D01-881C-CE8A8D94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Behavior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C71B5C0-F666-9B96-275D-7F0B9983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4" name="Picture 3" descr="A group of blue lines&#10;&#10;AI-generated content may be incorrect.">
            <a:extLst>
              <a:ext uri="{FF2B5EF4-FFF2-40B4-BE49-F238E27FC236}">
                <a16:creationId xmlns:a16="http://schemas.microsoft.com/office/drawing/2014/main" id="{C5DA3363-D1C5-AFF0-21D0-FA1BC44789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824" y="1275275"/>
            <a:ext cx="6094352" cy="50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04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9020CC1-A5E5-CD88-C7E6-3F87D9A1D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58EF27-D297-6ADC-FF89-D53EFF80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ACE circuit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4B521F3-E2CF-B48D-1612-C83EF42A2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D92026B-2ED4-C1B7-B988-4B0052553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136" y="1324702"/>
            <a:ext cx="5975728" cy="497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52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87A13DE-2EC5-8552-0AF3-34B77694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65FF58-401C-CE7B-AD8E-CD9165C4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ACE circuit : Zoom-in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F93AA73-54F0-15DC-888E-A0F45F24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AAD0C61D-1241-9AD5-E2AE-F6EF32B9B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876" y="1291986"/>
            <a:ext cx="6054247" cy="504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45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larity">
  <a:themeElements>
    <a:clrScheme name="Custom 8">
      <a:dk1>
        <a:srgbClr val="292934"/>
      </a:dk1>
      <a:lt1>
        <a:srgbClr val="FFFFFF"/>
      </a:lt1>
      <a:dk2>
        <a:srgbClr val="FFFFFF"/>
      </a:dk2>
      <a:lt2>
        <a:srgbClr val="F3F2DC"/>
      </a:lt2>
      <a:accent1>
        <a:srgbClr val="0072AF"/>
      </a:accent1>
      <a:accent2>
        <a:srgbClr val="FFFFFF"/>
      </a:accent2>
      <a:accent3>
        <a:srgbClr val="726056"/>
      </a:accent3>
      <a:accent4>
        <a:srgbClr val="4D4F53"/>
      </a:accent4>
      <a:accent5>
        <a:srgbClr val="808DA0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3598</TotalTime>
  <Words>108</Words>
  <Application>Microsoft Macintosh PowerPoint</Application>
  <PresentationFormat>Widescreen</PresentationFormat>
  <Paragraphs>44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Candara</vt:lpstr>
      <vt:lpstr>Courier New</vt:lpstr>
      <vt:lpstr>Wingdings</vt:lpstr>
      <vt:lpstr>1_Clarity</vt:lpstr>
      <vt:lpstr>PowerPoint Presentation</vt:lpstr>
      <vt:lpstr>Circuit Overview</vt:lpstr>
      <vt:lpstr>Change detector</vt:lpstr>
      <vt:lpstr>Change detector leakage</vt:lpstr>
      <vt:lpstr>Array of capacitors leakage</vt:lpstr>
      <vt:lpstr>Slow Adaptive Circuit Input</vt:lpstr>
      <vt:lpstr>Slow Adaptive Circuit : Input scaling</vt:lpstr>
      <vt:lpstr>Transconductance Amplifier</vt:lpstr>
      <vt:lpstr>Slow Adaptive Circuit Input</vt:lpstr>
      <vt:lpstr>Slow Adaptive Circuit Behavior</vt:lpstr>
      <vt:lpstr>Slow Adaptive Circuit Behavior</vt:lpstr>
      <vt:lpstr>ACE circuit</vt:lpstr>
      <vt:lpstr>ACE circuit : Zoom-in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Cappellini</dc:creator>
  <cp:lastModifiedBy>Halbach Quentin</cp:lastModifiedBy>
  <cp:revision>14</cp:revision>
  <dcterms:created xsi:type="dcterms:W3CDTF">2024-10-03T09:50:08Z</dcterms:created>
  <dcterms:modified xsi:type="dcterms:W3CDTF">2025-06-09T12:51:28Z</dcterms:modified>
</cp:coreProperties>
</file>