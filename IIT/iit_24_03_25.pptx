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1" r:id="rId2"/>
    <p:sldId id="291" r:id="rId3"/>
    <p:sldId id="302" r:id="rId4"/>
    <p:sldId id="303" r:id="rId5"/>
    <p:sldId id="304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53" autoAdjust="0"/>
    <p:restoredTop sz="82742" autoAdjust="0"/>
  </p:normalViewPr>
  <p:slideViewPr>
    <p:cSldViewPr snapToGrid="0">
      <p:cViewPr varScale="1">
        <p:scale>
          <a:sx n="182" d="100"/>
          <a:sy n="182" d="100"/>
        </p:scale>
        <p:origin x="2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24/03/25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61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49EA-F4D6-F6E6-50C5-8F8E4FE9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B3AE2-96B2-7E0C-F6A0-B5D076A23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30FAE-9D89-5290-1876-1CC28AEA9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B4D6A-DC5D-0B30-5EA6-ADA16BB9B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211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2758-00EE-856E-364E-F9A32CAE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60F06-174B-8004-F147-585A7299C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74C9E-8CB1-91AD-2098-3BF8E619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7956-A0E1-E18A-A05D-24871C1A5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758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E833-6EE0-B2D1-D3F9-F622A6E1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765D1-50BC-6944-706F-E12BFA7FB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50557-8538-5015-B610-4C0BB53FF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FA7BA-7964-822B-876E-9683D9F73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805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3/24/25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3/24/25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3767" y="-356468"/>
            <a:ext cx="12327755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2" y="-301407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3581400" y="6553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/>
          <p:nvPr/>
        </p:nvCxnSpPr>
        <p:spPr>
          <a:xfrm flipH="1">
            <a:off x="3359696" y="219401"/>
            <a:ext cx="3767053" cy="91256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 flipH="1" flipV="1">
            <a:off x="3182590" y="2025026"/>
            <a:ext cx="6241504" cy="140370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24" idx="0"/>
          </p:cNvCxnSpPr>
          <p:nvPr/>
        </p:nvCxnSpPr>
        <p:spPr>
          <a:xfrm flipH="1" flipV="1">
            <a:off x="2427348" y="2851502"/>
            <a:ext cx="1268352" cy="370169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4789833" y="-672570"/>
            <a:ext cx="2404922" cy="87167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</p:cNvCxnSpPr>
          <p:nvPr/>
        </p:nvCxnSpPr>
        <p:spPr>
          <a:xfrm flipV="1">
            <a:off x="9756064" y="920478"/>
            <a:ext cx="2718241" cy="235894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>
            <a:cxnSpLocks/>
          </p:cNvCxnSpPr>
          <p:nvPr/>
        </p:nvCxnSpPr>
        <p:spPr>
          <a:xfrm>
            <a:off x="3785294" y="6667500"/>
            <a:ext cx="5638800" cy="57150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6300" y="4429191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March Monthly Meeting 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0E684-2AD6-6BB7-E195-02DB805E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11" y="920478"/>
            <a:ext cx="19177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Local Processing Element : TAXEL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3299E-AABE-ECF7-EBE0-BA3F5B9C9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8" y="1219749"/>
            <a:ext cx="11120535" cy="505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2104-D7E8-58D8-F9BE-B384044E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C74A-D27D-02DB-DE35-4901D763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BIAS CURRENTS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7E0F7-A7EB-7BDF-0ABB-790D397F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3</a:t>
            </a:fld>
            <a:endParaRPr lang="it-IT"/>
          </a:p>
        </p:txBody>
      </p:sp>
      <p:pic>
        <p:nvPicPr>
          <p:cNvPr id="10" name="Picture 9" descr="A diagram of a generator&#10;&#10;AI-generated content may be incorrect.">
            <a:extLst>
              <a:ext uri="{FF2B5EF4-FFF2-40B4-BE49-F238E27FC236}">
                <a16:creationId xmlns:a16="http://schemas.microsoft.com/office/drawing/2014/main" id="{FC4D7BC6-CD90-09E7-FFB7-70D382064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51" y="1800808"/>
            <a:ext cx="8978605" cy="384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8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E336-7B55-B1BB-5937-EE31F26A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8BDA-C324-CB8B-63E0-70214232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CHIP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243F-6343-3ED7-9091-34CAEF71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12" name="Picture 11" descr="A diagram of a car&#10;&#10;AI-generated content may be incorrect.">
            <a:extLst>
              <a:ext uri="{FF2B5EF4-FFF2-40B4-BE49-F238E27FC236}">
                <a16:creationId xmlns:a16="http://schemas.microsoft.com/office/drawing/2014/main" id="{C390DADB-F682-C0CC-587B-554BA69D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23" y="1256197"/>
            <a:ext cx="11923353" cy="43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1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2E553-04BB-7A2E-FFDF-1658DB1E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24AE-4A73-58A0-D56A-5DD7EBCB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36" y="-210253"/>
            <a:ext cx="10363200" cy="1198605"/>
          </a:xfrm>
        </p:spPr>
        <p:txBody>
          <a:bodyPr/>
          <a:lstStyle/>
          <a:p>
            <a:r>
              <a:rPr lang="en-US" dirty="0"/>
              <a:t>FA-II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98B7-2CF5-DFA9-40F0-0EB08ADE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5</a:t>
            </a:fld>
            <a:endParaRPr lang="it-IT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A9B909C1-9104-0DE4-A471-55EAFEEC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0945"/>
            <a:ext cx="6909175" cy="4216109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C0AC750D-980B-BCBA-2301-8BB3FDC16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136" y="1054003"/>
            <a:ext cx="5980595" cy="498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4369</TotalTime>
  <Words>24</Words>
  <Application>Microsoft Macintosh PowerPoint</Application>
  <PresentationFormat>Widescreen</PresentationFormat>
  <Paragraphs>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Candara</vt:lpstr>
      <vt:lpstr>Courier New</vt:lpstr>
      <vt:lpstr>Wingdings</vt:lpstr>
      <vt:lpstr>1_Clarity</vt:lpstr>
      <vt:lpstr>PowerPoint Presentation</vt:lpstr>
      <vt:lpstr>Local Processing Element : TAXEL</vt:lpstr>
      <vt:lpstr>BIAS CURRENTS Generator</vt:lpstr>
      <vt:lpstr>CHIP overview</vt:lpstr>
      <vt:lpstr>FA-II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</cp:lastModifiedBy>
  <cp:revision>17</cp:revision>
  <dcterms:created xsi:type="dcterms:W3CDTF">2024-10-03T09:50:08Z</dcterms:created>
  <dcterms:modified xsi:type="dcterms:W3CDTF">2025-03-24T15:29:12Z</dcterms:modified>
</cp:coreProperties>
</file>