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77" r:id="rId3"/>
    <p:sldId id="278" r:id="rId4"/>
    <p:sldId id="283" r:id="rId5"/>
    <p:sldId id="284" r:id="rId6"/>
    <p:sldId id="285" r:id="rId7"/>
    <p:sldId id="28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4"/>
    <p:restoredTop sz="94571"/>
  </p:normalViewPr>
  <p:slideViewPr>
    <p:cSldViewPr snapToGrid="0">
      <p:cViewPr varScale="1">
        <p:scale>
          <a:sx n="245" d="100"/>
          <a:sy n="245" d="100"/>
        </p:scale>
        <p:origin x="181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4727CD2-1C14-1D2D-540B-F98C7B68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3A9495A0-7EDC-F516-EB9E-75C0A46E9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0070D505-5210-FB1B-5BBB-8F378BC19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2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5F6AEB33-3CF7-C6CD-342B-5C16A08F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A24ED96F-28FF-4774-B7C1-B4C2B656E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11205528-4EA4-EC9F-0EF6-2F06B1757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85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71DA9A96-67E5-8B39-1955-D3A1660C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F5673EB1-CD98-5282-0F9E-4EFC093DD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4373072D-F27B-ACA2-7B1E-8F3B97BF4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752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5B58BE57-4521-187D-4D22-47D5B666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DF70887A-A9ED-F639-59B9-16FBCC3F9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AD05AA45-1A27-10B9-9D3B-456D6E8DC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2644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95E60AC3-0EDA-B351-F84D-D8A958E1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24ED07E4-19A6-045A-AACA-CD00253A8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D704D86E-ECAD-6439-9823-537D52978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53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BC87D6C-BE38-C646-C65F-0EB6CC03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2224368E-BB2A-FA19-C62F-31D1B54BC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9181C21C-52E1-4311-A079-F8879EEA9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7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4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5" r:id="rId3"/>
    <p:sldLayoutId id="2147483674" r:id="rId4"/>
    <p:sldLayoutId id="214748367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Progress Meeting : 21.08.25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3F5D8E2-295D-5022-B34C-5BC7F385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A8198AFD-29F1-BADC-0DD2-77674A976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Towards Texture Recognition : PLLs</a:t>
            </a:r>
            <a:endParaRPr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E9443BB-3772-FC3B-16E3-AB785E81D9D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052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DD91A59-3239-34B0-44E7-3FDC93F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CE98909A-5898-5C6C-8167-447328068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Why use a PLL ?</a:t>
            </a:r>
            <a:endParaRPr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A04B5-2AC9-DC3C-C020-778BC22B425E}"/>
              </a:ext>
            </a:extLst>
          </p:cNvPr>
          <p:cNvSpPr txBox="1"/>
          <p:nvPr/>
        </p:nvSpPr>
        <p:spPr>
          <a:xfrm>
            <a:off x="720000" y="1418360"/>
            <a:ext cx="775244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PLL is a </a:t>
            </a:r>
            <a:r>
              <a:rPr lang="en-US" b="1" dirty="0"/>
              <a:t>Phase-Locked Loop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want to identify the frequencies contained in the input signal in order to determine</a:t>
            </a:r>
          </a:p>
          <a:p>
            <a:r>
              <a:rPr lang="en-US" dirty="0"/>
              <a:t>what texture we are interacting with.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texture is perceived as a frequency pattern over time when sliding a finger over it.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Goal : Synchronize an oscillator (output) to a reference (input signal) with frequency and phase.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a </a:t>
            </a:r>
            <a:r>
              <a:rPr lang="en-US" b="1" dirty="0"/>
              <a:t>control loop that drives phase error toward zero </a:t>
            </a:r>
            <a:r>
              <a:rPr lang="en-US" dirty="0"/>
              <a:t>between the input and output signals.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4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5020ED91-2618-40DF-BD57-07F8630B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6FD402-8980-206F-BED7-33708FEA5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711" y="2057400"/>
            <a:ext cx="5618447" cy="1287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314E6-90EE-EA43-6E97-1C3FE7739F3D}"/>
              </a:ext>
            </a:extLst>
          </p:cNvPr>
          <p:cNvSpPr txBox="1"/>
          <p:nvPr/>
        </p:nvSpPr>
        <p:spPr>
          <a:xfrm>
            <a:off x="498764" y="1491095"/>
            <a:ext cx="35225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Detector:</a:t>
            </a:r>
          </a:p>
          <a:p>
            <a:endParaRPr lang="en-US" dirty="0"/>
          </a:p>
          <a:p>
            <a:r>
              <a:rPr lang="en-US" dirty="0"/>
              <a:t>Measures Phase difference -&gt; error signal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Loop Filter:</a:t>
            </a:r>
          </a:p>
          <a:p>
            <a:endParaRPr lang="en-US" dirty="0"/>
          </a:p>
          <a:p>
            <a:r>
              <a:rPr lang="en-US" dirty="0"/>
              <a:t>Shapes/Filters the error to control the voltage</a:t>
            </a:r>
          </a:p>
          <a:p>
            <a:endParaRPr lang="en-US" dirty="0"/>
          </a:p>
          <a:p>
            <a:r>
              <a:rPr lang="en-US" b="1" dirty="0"/>
              <a:t>VCO: </a:t>
            </a:r>
          </a:p>
          <a:p>
            <a:endParaRPr lang="en-US" dirty="0"/>
          </a:p>
          <a:p>
            <a:r>
              <a:rPr lang="en-US" dirty="0"/>
              <a:t>Converts control input to output frequency</a:t>
            </a:r>
          </a:p>
        </p:txBody>
      </p:sp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8293DB1C-E74E-2CCD-2447-10C30FC23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is the PLL structure ?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444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BAA6EAE3-2A72-7E8D-6870-39F59CF2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92D8DED7-9248-F0D1-B5E0-10CB989A4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is meant by Phase Lock ?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240A4-4A0B-356D-E906-8C6B378A9513}"/>
              </a:ext>
            </a:extLst>
          </p:cNvPr>
          <p:cNvSpPr txBox="1"/>
          <p:nvPr/>
        </p:nvSpPr>
        <p:spPr>
          <a:xfrm>
            <a:off x="883227" y="1833995"/>
            <a:ext cx="766329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Phase: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Lock: </a:t>
            </a:r>
          </a:p>
          <a:p>
            <a:endParaRPr lang="en-US" b="1" dirty="0"/>
          </a:p>
          <a:p>
            <a:r>
              <a:rPr lang="en-US" dirty="0"/>
              <a:t>Steady state where phase error is constant (ideally converging to 0) and output frequency tracks the reference.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Phase Error: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9CFC8-07BB-9FF6-919E-BFB1B46ED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91" y="1797383"/>
            <a:ext cx="1308100" cy="38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92DF1-C257-8C4C-BDEB-98D545FB2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109" y="3956627"/>
            <a:ext cx="18542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06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FDF2C29E-F969-EA5D-E395-05B5621C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95071629-44D4-A700-4C85-684CFC087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How to make the PLL Neuromorphic ?</a:t>
            </a:r>
            <a:endParaRPr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0AA88-1994-A9F3-D5B7-0A08D5C0DF3B}"/>
              </a:ext>
            </a:extLst>
          </p:cNvPr>
          <p:cNvSpPr txBox="1"/>
          <p:nvPr/>
        </p:nvSpPr>
        <p:spPr>
          <a:xfrm>
            <a:off x="720000" y="1418360"/>
            <a:ext cx="679865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idea would be to replace the VCO with a rich dynamic neuron.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a neuron able to exhibit bursting behavior with the control feedback structure,</a:t>
            </a:r>
          </a:p>
          <a:p>
            <a:r>
              <a:rPr lang="en-US" dirty="0"/>
              <a:t>the output of the neuron could lock into the input signal frequency robustly.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neuron could be implemented on CMOS chip with basic buildings blocks</a:t>
            </a:r>
          </a:p>
          <a:p>
            <a:r>
              <a:rPr lang="en-US" dirty="0"/>
              <a:t>(low-pass filters and </a:t>
            </a:r>
            <a:r>
              <a:rPr lang="en-US" dirty="0" err="1"/>
              <a:t>sigmoids</a:t>
            </a:r>
            <a:r>
              <a:rPr lang="en-US" dirty="0"/>
              <a:t>). For the Phase Detector, still need to determine</a:t>
            </a:r>
          </a:p>
          <a:p>
            <a:r>
              <a:rPr lang="en-US" dirty="0"/>
              <a:t>the best way to implement it.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3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C80517EE-FC72-024D-09E2-6DCA2F98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037EC5C9-7FE3-426F-F5B2-7B1315D6D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How to capture information from textures?</a:t>
            </a:r>
            <a:endParaRPr b="1" dirty="0"/>
          </a:p>
        </p:txBody>
      </p:sp>
      <p:pic>
        <p:nvPicPr>
          <p:cNvPr id="1026" name="Picture 2" descr="Introduction to Phase-Locked Loops (PLLs) - Rahsoft">
            <a:extLst>
              <a:ext uri="{FF2B5EF4-FFF2-40B4-BE49-F238E27FC236}">
                <a16:creationId xmlns:a16="http://schemas.microsoft.com/office/drawing/2014/main" id="{D30407DB-7BE8-28E1-2385-9E26BFDBD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355" y="1368714"/>
            <a:ext cx="2753014" cy="110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Introduction to Phase-Locked Loops (PLLs) - Rahsoft">
            <a:extLst>
              <a:ext uri="{FF2B5EF4-FFF2-40B4-BE49-F238E27FC236}">
                <a16:creationId xmlns:a16="http://schemas.microsoft.com/office/drawing/2014/main" id="{A2CEF332-EC6D-891C-62EC-E4F7646F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355" y="2520835"/>
            <a:ext cx="2753014" cy="110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roduction to Phase-Locked Loops (PLLs) - Rahsoft">
            <a:extLst>
              <a:ext uri="{FF2B5EF4-FFF2-40B4-BE49-F238E27FC236}">
                <a16:creationId xmlns:a16="http://schemas.microsoft.com/office/drawing/2014/main" id="{6EC48327-C5C8-47A8-16FB-8243AFF0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355" y="3672956"/>
            <a:ext cx="2753014" cy="110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22E05-2158-9BBB-B70F-ABD48EFCC701}"/>
              </a:ext>
            </a:extLst>
          </p:cNvPr>
          <p:cNvSpPr txBox="1"/>
          <p:nvPr/>
        </p:nvSpPr>
        <p:spPr>
          <a:xfrm>
            <a:off x="720000" y="1919317"/>
            <a:ext cx="35588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of PLLs in a parallel configuration where each has a different frequency bandwidth sensitivity.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PLLs would be locked in for multiple frequency components in the input.</a:t>
            </a:r>
          </a:p>
        </p:txBody>
      </p:sp>
    </p:spTree>
    <p:extLst>
      <p:ext uri="{BB962C8B-B14F-4D97-AF65-F5344CB8AC3E}">
        <p14:creationId xmlns:p14="http://schemas.microsoft.com/office/powerpoint/2010/main" val="1909013151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148</TotalTime>
  <Words>287</Words>
  <Application>Microsoft Macintosh PowerPoint</Application>
  <PresentationFormat>On-screen Show (16:9)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Figtree Black</vt:lpstr>
      <vt:lpstr>Hanken Grotesk</vt:lpstr>
      <vt:lpstr>Elegant Black &amp; White Thesis Defense by Slidesgo</vt:lpstr>
      <vt:lpstr>Progress Meeting : 21.08.25</vt:lpstr>
      <vt:lpstr>Towards Texture Recognition : PLLs</vt:lpstr>
      <vt:lpstr>Why use a PLL ?</vt:lpstr>
      <vt:lpstr>What is the PLL structure ?</vt:lpstr>
      <vt:lpstr>What is meant by Phase Lock ?</vt:lpstr>
      <vt:lpstr>How to make the PLL Neuromorphic ?</vt:lpstr>
      <vt:lpstr>How to capture information from textures?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6</cp:revision>
  <dcterms:created xsi:type="dcterms:W3CDTF">2025-06-09T13:01:44Z</dcterms:created>
  <dcterms:modified xsi:type="dcterms:W3CDTF">2025-08-21T07:16:10Z</dcterms:modified>
</cp:coreProperties>
</file>