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61" r:id="rId2"/>
    <p:sldId id="291" r:id="rId3"/>
    <p:sldId id="276" r:id="rId4"/>
    <p:sldId id="299" r:id="rId5"/>
    <p:sldId id="292" r:id="rId6"/>
    <p:sldId id="293" r:id="rId7"/>
    <p:sldId id="294" r:id="rId8"/>
    <p:sldId id="295" r:id="rId9"/>
    <p:sldId id="296" r:id="rId10"/>
    <p:sldId id="297" r:id="rId11"/>
    <p:sldId id="298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922DDD-9CD3-A94A-847A-641AF4D3417C}">
          <p14:sldIdLst>
            <p14:sldId id="261"/>
            <p14:sldId id="291"/>
            <p14:sldId id="276"/>
            <p14:sldId id="299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94" autoAdjust="0"/>
    <p:restoredTop sz="82603" autoAdjust="0"/>
  </p:normalViewPr>
  <p:slideViewPr>
    <p:cSldViewPr snapToGrid="0">
      <p:cViewPr varScale="1">
        <p:scale>
          <a:sx n="104" d="100"/>
          <a:sy n="104" d="100"/>
        </p:scale>
        <p:origin x="17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0D84A-B9DE-4531-8B67-F886AB8E4609}" type="datetimeFigureOut">
              <a:rPr lang="it-IT" smtClean="0"/>
              <a:t>10/02/25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24E75-0CD0-4060-94EA-56A2BD6BB2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7553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24E75-0CD0-4060-94EA-56A2BD6BB27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658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F189C-A215-FB29-585F-AC0F3C7B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A09AF80-E3A5-E761-2337-D4C65A2F2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F280405-A61C-46AA-B67C-8FA71F0E7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3D27EEB-B919-CEE8-8ACB-816BA9BAE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2996-990F-4622-90AC-3E387EBEB600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173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DD2F8-E47A-3101-9762-F8AC704A0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C75FB5D-5974-485D-28FC-EC27246A2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F3E5311-C317-3167-48B5-A27ED2C4C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56C727D-5581-61CB-650F-D6F5758AF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2996-990F-4622-90AC-3E387EBEB600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676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0C01D-1845-E69B-9CD4-4EB8EA591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8BBC424-1516-870E-CE31-24F937E7D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84EE803-BBEB-7400-290C-78A241A6B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C94388B-780D-DE84-D337-2F20DD7D8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2996-990F-4622-90AC-3E387EBEB600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7442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7CB8A-8078-71EE-0FD2-E435C1D6C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6674089-69A6-2B10-5A91-FD6D12776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A99C6D5-9754-F5BB-A888-A1C972370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0ED461D-004C-E1D4-E456-38B75DBF2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2996-990F-4622-90AC-3E387EBEB600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0459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25136-9794-7468-A62A-FE4567EA1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D6D3842-B3B8-9FAB-3D8E-A7CBA6622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ABDEE0A-6AE2-8319-34AE-7F8E0A311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D6D0D3A-089D-7021-96E1-DC7D79AAA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2996-990F-4622-90AC-3E387EBEB600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5750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2B237-9BD5-66D1-0C6C-3DD7AC9E4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0B82297-9A32-FC95-DEC7-C1835B517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4C5B082-7F88-9E97-377B-B2A5EB2E3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B049D2-128E-1E05-B4DD-834E421A8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2996-990F-4622-90AC-3E387EBEB600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2261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8834C-50EC-84EE-51EE-F50A82370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123CBE4-B18E-85B4-192E-780617BCC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A8A9F22-5048-EA9D-0DC2-A53A1A249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0A0D916-9A27-44D6-B64A-368BF75C9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2996-990F-4622-90AC-3E387EBEB600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686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0D8-3C13-4485-541C-18F1161FA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B826B69-7501-F8CB-DAF6-7F145C161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A8654BE-33C5-3E5B-90B8-20BBC1C7B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00B1D65-C98C-8E95-37AC-E2CB15F44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2996-990F-4622-90AC-3E387EBEB600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4981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4D956-511B-3EBA-82AB-92515855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DC3CBA2-DA24-A6C4-1391-4FD465573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F397C95-C355-E975-3DB9-79CC7E8CF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E9E4D98-8878-54B0-DE06-ADF747A8C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12996-990F-4622-90AC-3E387EBEB600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7428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9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10528"/>
            <a:ext cx="3860800" cy="329184"/>
          </a:xfrm>
          <a:prstGeom prst="rect">
            <a:avLst/>
          </a:prstGeom>
        </p:spPr>
        <p:txBody>
          <a:bodyPr/>
          <a:lstStyle/>
          <a:p>
            <a:fld id="{502D2EB4-FDBD-BB47-B0BD-B7A1F6950530}" type="datetime1">
              <a:rPr lang="en-US" smtClean="0"/>
              <a:t>2/10/25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2223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808" y="201216"/>
            <a:ext cx="10972800" cy="990600"/>
          </a:xfrm>
        </p:spPr>
        <p:txBody>
          <a:bodyPr/>
          <a:lstStyle>
            <a:lvl1pPr algn="r">
              <a:defRPr>
                <a:latin typeface="Candara" panose="020E05020303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09214"/>
            <a:ext cx="10972800" cy="4876800"/>
          </a:xfrm>
        </p:spPr>
        <p:txBody>
          <a:bodyPr>
            <a:normAutofit/>
          </a:bodyPr>
          <a:lstStyle>
            <a:lvl1pPr marL="266700" indent="-266700">
              <a:buFont typeface="Wingdings" panose="05000000000000000000" pitchFamily="2" charset="2"/>
              <a:buChar char="§"/>
              <a:defRPr sz="2800">
                <a:latin typeface="Candara" panose="020E0502030303020204" pitchFamily="34" charset="0"/>
              </a:defRPr>
            </a:lvl1pPr>
            <a:lvl2pPr marL="625475" indent="-350838">
              <a:buFont typeface="Courier New" panose="02070309020205020404" pitchFamily="49" charset="0"/>
              <a:buChar char="o"/>
              <a:defRPr sz="2400">
                <a:latin typeface="Candara" panose="020E0502030303020204" pitchFamily="34" charset="0"/>
              </a:defRPr>
            </a:lvl2pPr>
            <a:lvl3pPr>
              <a:defRPr sz="2000">
                <a:latin typeface="Candara" panose="020E0502030303020204" pitchFamily="34" charset="0"/>
              </a:defRPr>
            </a:lvl3pPr>
            <a:lvl4pPr>
              <a:defRPr sz="1800">
                <a:latin typeface="Candara" panose="020E0502030303020204" pitchFamily="34" charset="0"/>
              </a:defRPr>
            </a:lvl4pPr>
            <a:lvl5pPr>
              <a:defRPr sz="160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10528"/>
            <a:ext cx="3860800" cy="329184"/>
          </a:xfrm>
          <a:prstGeom prst="rect">
            <a:avLst/>
          </a:prstGeom>
        </p:spPr>
        <p:txBody>
          <a:bodyPr/>
          <a:lstStyle/>
          <a:p>
            <a:fld id="{D0171BDF-87F9-044F-AA62-CC81995935DB}" type="datetime1">
              <a:rPr lang="en-US" smtClean="0"/>
              <a:t>2/10/25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fld id="{5C25CA23-5313-47B3-AB80-0693EC779B1F}" type="slidenum">
              <a:rPr lang="it-IT" smtClean="0"/>
              <a:pPr/>
              <a:t>‹#›</a:t>
            </a:fld>
            <a:endParaRPr lang="it-IT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09600" y="1227112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707" y="6300821"/>
            <a:ext cx="716298" cy="5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6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7000"/>
            <a:ext cx="12192000" cy="401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651052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514" y="6505935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FFFFFF"/>
                </a:solidFill>
              </a:defRPr>
            </a:lvl1pPr>
          </a:lstStyle>
          <a:p>
            <a:fld id="{5C25CA23-5313-47B3-AB80-0693EC779B1F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5543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rgbClr val="0070C0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/>
          <p:cNvSpPr/>
          <p:nvPr/>
        </p:nvSpPr>
        <p:spPr>
          <a:xfrm>
            <a:off x="-3767" y="-356468"/>
            <a:ext cx="12327755" cy="432845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9465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Ovale 18"/>
          <p:cNvSpPr>
            <a:spLocks noChangeAspect="1"/>
          </p:cNvSpPr>
          <p:nvPr/>
        </p:nvSpPr>
        <p:spPr>
          <a:xfrm>
            <a:off x="229282" y="-301407"/>
            <a:ext cx="3767053" cy="3767053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1" name="Connettore 1 10"/>
          <p:cNvCxnSpPr/>
          <p:nvPr/>
        </p:nvCxnSpPr>
        <p:spPr>
          <a:xfrm flipV="1">
            <a:off x="185279" y="5496299"/>
            <a:ext cx="11987783" cy="21431"/>
          </a:xfrm>
          <a:prstGeom prst="line">
            <a:avLst/>
          </a:prstGeom>
          <a:ln w="10541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e 21"/>
          <p:cNvSpPr/>
          <p:nvPr/>
        </p:nvSpPr>
        <p:spPr>
          <a:xfrm>
            <a:off x="9220200" y="3086100"/>
            <a:ext cx="685800" cy="6858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Ovale 22"/>
          <p:cNvSpPr/>
          <p:nvPr/>
        </p:nvSpPr>
        <p:spPr>
          <a:xfrm>
            <a:off x="7027228" y="100732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Ovale 23"/>
          <p:cNvSpPr/>
          <p:nvPr/>
        </p:nvSpPr>
        <p:spPr>
          <a:xfrm>
            <a:off x="3581400" y="6553200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6" name="Connettore 1 25"/>
          <p:cNvCxnSpPr/>
          <p:nvPr/>
        </p:nvCxnSpPr>
        <p:spPr>
          <a:xfrm flipH="1">
            <a:off x="3359696" y="219401"/>
            <a:ext cx="3767053" cy="912560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1 28"/>
          <p:cNvCxnSpPr/>
          <p:nvPr/>
        </p:nvCxnSpPr>
        <p:spPr>
          <a:xfrm flipH="1" flipV="1">
            <a:off x="3271380" y="1597070"/>
            <a:ext cx="6241504" cy="1403703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1 31"/>
          <p:cNvCxnSpPr>
            <a:stCxn id="24" idx="0"/>
          </p:cNvCxnSpPr>
          <p:nvPr/>
        </p:nvCxnSpPr>
        <p:spPr>
          <a:xfrm flipH="1" flipV="1">
            <a:off x="2427348" y="2851502"/>
            <a:ext cx="1268352" cy="3701698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1 35"/>
          <p:cNvCxnSpPr/>
          <p:nvPr/>
        </p:nvCxnSpPr>
        <p:spPr>
          <a:xfrm>
            <a:off x="4789833" y="-672570"/>
            <a:ext cx="2404922" cy="871678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1 41"/>
          <p:cNvCxnSpPr>
            <a:cxnSpLocks/>
          </p:cNvCxnSpPr>
          <p:nvPr/>
        </p:nvCxnSpPr>
        <p:spPr>
          <a:xfrm flipV="1">
            <a:off x="9424094" y="587650"/>
            <a:ext cx="2718241" cy="2358943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1 44"/>
          <p:cNvCxnSpPr>
            <a:cxnSpLocks/>
          </p:cNvCxnSpPr>
          <p:nvPr/>
        </p:nvCxnSpPr>
        <p:spPr>
          <a:xfrm>
            <a:off x="3785294" y="6667500"/>
            <a:ext cx="5638800" cy="571500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6300" y="4429191"/>
            <a:ext cx="1043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  <a:latin typeface="Candara" panose="020E0502030303020204" pitchFamily="34" charset="0"/>
              </a:rPr>
              <a:t>Progress Meeting</a:t>
            </a:r>
            <a:endParaRPr lang="en-US" sz="3800" noProof="0" dirty="0">
              <a:solidFill>
                <a:srgbClr val="0070C0"/>
              </a:solidFill>
              <a:latin typeface="Candara" panose="020E05020303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9A75B-053D-6E52-45F5-82415F8D7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38" y="978168"/>
            <a:ext cx="3359696" cy="88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0728-C9B8-439E-2C66-F01B1B6D6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57" y="0"/>
            <a:ext cx="10363200" cy="1198605"/>
          </a:xfrm>
        </p:spPr>
        <p:txBody>
          <a:bodyPr/>
          <a:lstStyle/>
          <a:p>
            <a:r>
              <a:rPr lang="en-US" dirty="0"/>
              <a:t>Circuit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443CE-E88C-50DF-331F-BE0E0194D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2</a:t>
            </a:fld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74A679-60C2-C6FE-83A9-EE7E0AC6CB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14" y="1044145"/>
            <a:ext cx="10129988" cy="536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09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7F7E537-D414-5FD2-5DF6-A1CE37487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B8694F-698C-278C-137E-72B8E1E2E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643"/>
            <a:ext cx="10972800" cy="990600"/>
          </a:xfrm>
        </p:spPr>
        <p:txBody>
          <a:bodyPr>
            <a:normAutofit/>
          </a:bodyPr>
          <a:lstStyle/>
          <a:p>
            <a:pPr algn="l"/>
            <a:r>
              <a:rPr kumimoji="1" lang="en-US" sz="3600" b="1" kern="0" spc="0" noProof="0" dirty="0">
                <a:solidFill>
                  <a:srgbClr val="0072AF"/>
                </a:solidFill>
                <a:latin typeface="Calibri"/>
                <a:ea typeface="メイリオ"/>
              </a:rPr>
              <a:t>Change detector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11DA01A-C596-7A8A-509D-8BE674C15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14" y="6505935"/>
            <a:ext cx="1422400" cy="3291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+mn-cs"/>
              </a:rPr>
              <a:t>2</a:t>
            </a:r>
          </a:p>
        </p:txBody>
      </p:sp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4F84224-16E9-B2FB-513B-B0E30A6CC5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855" y="1275301"/>
            <a:ext cx="6094290" cy="507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452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BA972D7-E0F7-D23A-7D6E-37C6BE338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932C35-3FC6-00C5-9843-DA22DBCE9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643"/>
            <a:ext cx="10972800" cy="990600"/>
          </a:xfrm>
        </p:spPr>
        <p:txBody>
          <a:bodyPr>
            <a:normAutofit/>
          </a:bodyPr>
          <a:lstStyle/>
          <a:p>
            <a:pPr algn="l"/>
            <a:r>
              <a:rPr kumimoji="1" lang="en-US" sz="3600" b="1" kern="0" spc="0" noProof="0" dirty="0">
                <a:solidFill>
                  <a:srgbClr val="0072AF"/>
                </a:solidFill>
                <a:latin typeface="Calibri"/>
                <a:ea typeface="メイリオ"/>
              </a:rPr>
              <a:t>Fast adaptive circuit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A4FDCCB-E268-3F3D-65ED-7FE69ABAC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14" y="6505935"/>
            <a:ext cx="1422400" cy="3291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+mn-cs"/>
              </a:rPr>
              <a:t>2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EEBD5230-2513-9A6E-6B90-FB5CA2D474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227" y="1252278"/>
            <a:ext cx="6149546" cy="512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725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F47FBAA-5102-16F5-B034-6EF9C2FF6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0C90D2-E001-7CD1-C837-E0C304EC8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643"/>
            <a:ext cx="10972800" cy="990600"/>
          </a:xfrm>
        </p:spPr>
        <p:txBody>
          <a:bodyPr>
            <a:normAutofit/>
          </a:bodyPr>
          <a:lstStyle/>
          <a:p>
            <a:pPr algn="l"/>
            <a:r>
              <a:rPr kumimoji="1" lang="en-US" sz="3600" b="1" kern="0" spc="0" noProof="0" dirty="0">
                <a:solidFill>
                  <a:srgbClr val="0072AF"/>
                </a:solidFill>
                <a:latin typeface="Calibri"/>
                <a:ea typeface="メイリオ"/>
              </a:rPr>
              <a:t>Slow Adaptive Circuit : Input scaling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790B090-DE62-14BF-8AC2-4746DA9B6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14" y="6505935"/>
            <a:ext cx="1422400" cy="3291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+mn-cs"/>
              </a:rPr>
              <a:t>2</a:t>
            </a:r>
          </a:p>
        </p:txBody>
      </p:sp>
      <p:pic>
        <p:nvPicPr>
          <p:cNvPr id="7" name="Picture 6" descr="A graph and a diagram&#10;&#10;AI-generated content may be incorrect.">
            <a:extLst>
              <a:ext uri="{FF2B5EF4-FFF2-40B4-BE49-F238E27FC236}">
                <a16:creationId xmlns:a16="http://schemas.microsoft.com/office/drawing/2014/main" id="{467FEE12-A626-EB8C-2FCF-7F1EA352A3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99" y="2233140"/>
            <a:ext cx="10111001" cy="371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265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3D2EFB7-0277-BC93-EA4D-7DEA45155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7AD683-0D55-0B96-F956-DCBB1B622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643"/>
            <a:ext cx="10972800" cy="990600"/>
          </a:xfrm>
        </p:spPr>
        <p:txBody>
          <a:bodyPr>
            <a:normAutofit/>
          </a:bodyPr>
          <a:lstStyle/>
          <a:p>
            <a:pPr algn="l"/>
            <a:r>
              <a:rPr kumimoji="1" lang="en-US" sz="3600" b="1" kern="0" spc="0" noProof="0" dirty="0">
                <a:solidFill>
                  <a:srgbClr val="0072AF"/>
                </a:solidFill>
                <a:latin typeface="Calibri"/>
                <a:ea typeface="メイリオ"/>
              </a:rPr>
              <a:t>Transconductance Amplifier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987ED34-BC89-4AD8-C85A-05E5C1CE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14" y="6505935"/>
            <a:ext cx="1422400" cy="3291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+mn-cs"/>
              </a:rPr>
              <a:t>2</a:t>
            </a:r>
          </a:p>
        </p:txBody>
      </p:sp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43E1A303-B3BF-D030-76A3-0D31E99115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102" y="1296340"/>
            <a:ext cx="6043796" cy="503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297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E66CCA6-EDE3-7CAD-CFBD-DB7E92B7F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325680-1A69-173B-18FD-2230E8B45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643"/>
            <a:ext cx="10972800" cy="990600"/>
          </a:xfrm>
        </p:spPr>
        <p:txBody>
          <a:bodyPr>
            <a:normAutofit/>
          </a:bodyPr>
          <a:lstStyle/>
          <a:p>
            <a:pPr algn="l"/>
            <a:r>
              <a:rPr kumimoji="1" lang="en-US" sz="3600" b="1" kern="0" spc="0" noProof="0" dirty="0">
                <a:solidFill>
                  <a:srgbClr val="0072AF"/>
                </a:solidFill>
                <a:latin typeface="Calibri"/>
                <a:ea typeface="メイリオ"/>
              </a:rPr>
              <a:t>Slow Adaptive Circuit Input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E3B539C3-1938-4D91-EFDF-D6A8067E0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14" y="6505935"/>
            <a:ext cx="1422400" cy="3291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+mn-cs"/>
              </a:rPr>
              <a:t>2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507308AA-84EC-219C-E03D-4D52D06D51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80" y="1299989"/>
            <a:ext cx="603504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245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C1F7757D-7135-F9DA-A5D6-A42A1705B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3B101F-C9C2-45F5-155B-0D44FE20A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643"/>
            <a:ext cx="10972800" cy="990600"/>
          </a:xfrm>
        </p:spPr>
        <p:txBody>
          <a:bodyPr>
            <a:normAutofit/>
          </a:bodyPr>
          <a:lstStyle/>
          <a:p>
            <a:pPr algn="l"/>
            <a:r>
              <a:rPr kumimoji="1" lang="en-US" sz="3600" b="1" kern="0" spc="0" noProof="0" dirty="0">
                <a:solidFill>
                  <a:srgbClr val="0072AF"/>
                </a:solidFill>
                <a:latin typeface="Calibri"/>
                <a:ea typeface="メイリオ"/>
              </a:rPr>
              <a:t>Slow Adaptive Circuit Behavior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E9D1D68-B83F-EE24-6620-AD6402924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14" y="6505935"/>
            <a:ext cx="1422400" cy="3291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+mn-cs"/>
              </a:rPr>
              <a:t>2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4C624A88-FEEF-3928-E1BB-85D37ED977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057" y="1300206"/>
            <a:ext cx="6105885" cy="508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752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5B5E648-8B98-97C6-FCD0-170AC8AB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1F0CA7-E437-4D01-881C-CE8A8D945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643"/>
            <a:ext cx="10972800" cy="990600"/>
          </a:xfrm>
        </p:spPr>
        <p:txBody>
          <a:bodyPr>
            <a:normAutofit/>
          </a:bodyPr>
          <a:lstStyle/>
          <a:p>
            <a:pPr algn="l"/>
            <a:r>
              <a:rPr kumimoji="1" lang="en-US" sz="3600" b="1" kern="0" spc="0" noProof="0" dirty="0">
                <a:solidFill>
                  <a:srgbClr val="0072AF"/>
                </a:solidFill>
                <a:latin typeface="Calibri"/>
                <a:ea typeface="メイリオ"/>
              </a:rPr>
              <a:t>Slow Adaptive Circuit Behavior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C71B5C0-F666-9B96-275D-7F0B9983D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14" y="6505935"/>
            <a:ext cx="1422400" cy="3291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+mn-cs"/>
              </a:rPr>
              <a:t>2</a:t>
            </a:r>
          </a:p>
        </p:txBody>
      </p:sp>
      <p:pic>
        <p:nvPicPr>
          <p:cNvPr id="4" name="Picture 3" descr="A group of blue lines&#10;&#10;AI-generated content may be incorrect.">
            <a:extLst>
              <a:ext uri="{FF2B5EF4-FFF2-40B4-BE49-F238E27FC236}">
                <a16:creationId xmlns:a16="http://schemas.microsoft.com/office/drawing/2014/main" id="{C5DA3363-D1C5-AFF0-21D0-FA1BC44789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824" y="1275275"/>
            <a:ext cx="6094352" cy="507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04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9020CC1-A5E5-CD88-C7E6-3F87D9A1D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58EF27-D297-6ADC-FF89-D53EFF805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643"/>
            <a:ext cx="10972800" cy="990600"/>
          </a:xfrm>
        </p:spPr>
        <p:txBody>
          <a:bodyPr>
            <a:normAutofit/>
          </a:bodyPr>
          <a:lstStyle/>
          <a:p>
            <a:pPr algn="l"/>
            <a:r>
              <a:rPr kumimoji="1" lang="en-US" sz="3600" b="1" kern="0" spc="0" noProof="0" dirty="0">
                <a:solidFill>
                  <a:srgbClr val="0072AF"/>
                </a:solidFill>
                <a:latin typeface="Calibri"/>
                <a:ea typeface="メイリオ"/>
              </a:rPr>
              <a:t>ACE circuit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4B521F3-E2CF-B48D-1612-C83EF42A2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14" y="6505935"/>
            <a:ext cx="1422400" cy="3291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+mn-cs"/>
              </a:rPr>
              <a:t>2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6D92026B-2ED4-C1B7-B988-4B0052553C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136" y="1324702"/>
            <a:ext cx="5975728" cy="497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452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87A13DE-2EC5-8552-0AF3-34B776944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65FF58-401C-CE7B-AD8E-CD9165C4D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643"/>
            <a:ext cx="10972800" cy="990600"/>
          </a:xfrm>
        </p:spPr>
        <p:txBody>
          <a:bodyPr>
            <a:normAutofit/>
          </a:bodyPr>
          <a:lstStyle/>
          <a:p>
            <a:pPr algn="l"/>
            <a:r>
              <a:rPr kumimoji="1" lang="en-US" sz="3600" b="1" kern="0" spc="0" noProof="0" dirty="0">
                <a:solidFill>
                  <a:srgbClr val="0072AF"/>
                </a:solidFill>
                <a:latin typeface="Calibri"/>
                <a:ea typeface="メイリオ"/>
              </a:rPr>
              <a:t>ACE circuit : Zoom-in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F93AA73-54F0-15DC-888E-A0F45F24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14" y="6505935"/>
            <a:ext cx="1422400" cy="32918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+mn-cs"/>
              </a:rPr>
              <a:t>2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AAD0C61D-1241-9AD5-E2AE-F6EF32B9B0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876" y="1291986"/>
            <a:ext cx="6054247" cy="504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045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Clarity">
  <a:themeElements>
    <a:clrScheme name="Custom 8">
      <a:dk1>
        <a:srgbClr val="292934"/>
      </a:dk1>
      <a:lt1>
        <a:srgbClr val="FFFFFF"/>
      </a:lt1>
      <a:dk2>
        <a:srgbClr val="FFFFFF"/>
      </a:dk2>
      <a:lt2>
        <a:srgbClr val="F3F2DC"/>
      </a:lt2>
      <a:accent1>
        <a:srgbClr val="0072AF"/>
      </a:accent1>
      <a:accent2>
        <a:srgbClr val="FFFFFF"/>
      </a:accent2>
      <a:accent3>
        <a:srgbClr val="726056"/>
      </a:accent3>
      <a:accent4>
        <a:srgbClr val="4D4F53"/>
      </a:accent4>
      <a:accent5>
        <a:srgbClr val="808DA0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8">
    <a:dk1>
      <a:srgbClr val="292934"/>
    </a:dk1>
    <a:lt1>
      <a:srgbClr val="FFFFFF"/>
    </a:lt1>
    <a:dk2>
      <a:srgbClr val="FFFFFF"/>
    </a:dk2>
    <a:lt2>
      <a:srgbClr val="F3F2DC"/>
    </a:lt2>
    <a:accent1>
      <a:srgbClr val="0072AF"/>
    </a:accent1>
    <a:accent2>
      <a:srgbClr val="FFFFFF"/>
    </a:accent2>
    <a:accent3>
      <a:srgbClr val="726056"/>
    </a:accent3>
    <a:accent4>
      <a:srgbClr val="4D4F53"/>
    </a:accent4>
    <a:accent5>
      <a:srgbClr val="808DA0"/>
    </a:accent5>
    <a:accent6>
      <a:srgbClr val="FFFFFF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Custom 8">
    <a:dk1>
      <a:srgbClr val="292934"/>
    </a:dk1>
    <a:lt1>
      <a:srgbClr val="FFFFFF"/>
    </a:lt1>
    <a:dk2>
      <a:srgbClr val="FFFFFF"/>
    </a:dk2>
    <a:lt2>
      <a:srgbClr val="F3F2DC"/>
    </a:lt2>
    <a:accent1>
      <a:srgbClr val="0072AF"/>
    </a:accent1>
    <a:accent2>
      <a:srgbClr val="FFFFFF"/>
    </a:accent2>
    <a:accent3>
      <a:srgbClr val="726056"/>
    </a:accent3>
    <a:accent4>
      <a:srgbClr val="4D4F53"/>
    </a:accent4>
    <a:accent5>
      <a:srgbClr val="808DA0"/>
    </a:accent5>
    <a:accent6>
      <a:srgbClr val="FFFFFF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Custom 8">
    <a:dk1>
      <a:srgbClr val="292934"/>
    </a:dk1>
    <a:lt1>
      <a:srgbClr val="FFFFFF"/>
    </a:lt1>
    <a:dk2>
      <a:srgbClr val="FFFFFF"/>
    </a:dk2>
    <a:lt2>
      <a:srgbClr val="F3F2DC"/>
    </a:lt2>
    <a:accent1>
      <a:srgbClr val="0072AF"/>
    </a:accent1>
    <a:accent2>
      <a:srgbClr val="FFFFFF"/>
    </a:accent2>
    <a:accent3>
      <a:srgbClr val="726056"/>
    </a:accent3>
    <a:accent4>
      <a:srgbClr val="4D4F53"/>
    </a:accent4>
    <a:accent5>
      <a:srgbClr val="808DA0"/>
    </a:accent5>
    <a:accent6>
      <a:srgbClr val="FFFFFF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Custom 8">
    <a:dk1>
      <a:srgbClr val="292934"/>
    </a:dk1>
    <a:lt1>
      <a:srgbClr val="FFFFFF"/>
    </a:lt1>
    <a:dk2>
      <a:srgbClr val="FFFFFF"/>
    </a:dk2>
    <a:lt2>
      <a:srgbClr val="F3F2DC"/>
    </a:lt2>
    <a:accent1>
      <a:srgbClr val="0072AF"/>
    </a:accent1>
    <a:accent2>
      <a:srgbClr val="FFFFFF"/>
    </a:accent2>
    <a:accent3>
      <a:srgbClr val="726056"/>
    </a:accent3>
    <a:accent4>
      <a:srgbClr val="4D4F53"/>
    </a:accent4>
    <a:accent5>
      <a:srgbClr val="808DA0"/>
    </a:accent5>
    <a:accent6>
      <a:srgbClr val="FFFFFF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Custom 8">
    <a:dk1>
      <a:srgbClr val="292934"/>
    </a:dk1>
    <a:lt1>
      <a:srgbClr val="FFFFFF"/>
    </a:lt1>
    <a:dk2>
      <a:srgbClr val="FFFFFF"/>
    </a:dk2>
    <a:lt2>
      <a:srgbClr val="F3F2DC"/>
    </a:lt2>
    <a:accent1>
      <a:srgbClr val="0072AF"/>
    </a:accent1>
    <a:accent2>
      <a:srgbClr val="FFFFFF"/>
    </a:accent2>
    <a:accent3>
      <a:srgbClr val="726056"/>
    </a:accent3>
    <a:accent4>
      <a:srgbClr val="4D4F53"/>
    </a:accent4>
    <a:accent5>
      <a:srgbClr val="808DA0"/>
    </a:accent5>
    <a:accent6>
      <a:srgbClr val="FFFFFF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Custom 8">
    <a:dk1>
      <a:srgbClr val="292934"/>
    </a:dk1>
    <a:lt1>
      <a:srgbClr val="FFFFFF"/>
    </a:lt1>
    <a:dk2>
      <a:srgbClr val="FFFFFF"/>
    </a:dk2>
    <a:lt2>
      <a:srgbClr val="F3F2DC"/>
    </a:lt2>
    <a:accent1>
      <a:srgbClr val="0072AF"/>
    </a:accent1>
    <a:accent2>
      <a:srgbClr val="FFFFFF"/>
    </a:accent2>
    <a:accent3>
      <a:srgbClr val="726056"/>
    </a:accent3>
    <a:accent4>
      <a:srgbClr val="4D4F53"/>
    </a:accent4>
    <a:accent5>
      <a:srgbClr val="808DA0"/>
    </a:accent5>
    <a:accent6>
      <a:srgbClr val="FFFFFF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Custom 8">
    <a:dk1>
      <a:srgbClr val="292934"/>
    </a:dk1>
    <a:lt1>
      <a:srgbClr val="FFFFFF"/>
    </a:lt1>
    <a:dk2>
      <a:srgbClr val="FFFFFF"/>
    </a:dk2>
    <a:lt2>
      <a:srgbClr val="F3F2DC"/>
    </a:lt2>
    <a:accent1>
      <a:srgbClr val="0072AF"/>
    </a:accent1>
    <a:accent2>
      <a:srgbClr val="FFFFFF"/>
    </a:accent2>
    <a:accent3>
      <a:srgbClr val="726056"/>
    </a:accent3>
    <a:accent4>
      <a:srgbClr val="4D4F53"/>
    </a:accent4>
    <a:accent5>
      <a:srgbClr val="808DA0"/>
    </a:accent5>
    <a:accent6>
      <a:srgbClr val="FFFFFF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Custom 8">
    <a:dk1>
      <a:srgbClr val="292934"/>
    </a:dk1>
    <a:lt1>
      <a:srgbClr val="FFFFFF"/>
    </a:lt1>
    <a:dk2>
      <a:srgbClr val="FFFFFF"/>
    </a:dk2>
    <a:lt2>
      <a:srgbClr val="F3F2DC"/>
    </a:lt2>
    <a:accent1>
      <a:srgbClr val="0072AF"/>
    </a:accent1>
    <a:accent2>
      <a:srgbClr val="FFFFFF"/>
    </a:accent2>
    <a:accent3>
      <a:srgbClr val="726056"/>
    </a:accent3>
    <a:accent4>
      <a:srgbClr val="4D4F53"/>
    </a:accent4>
    <a:accent5>
      <a:srgbClr val="808DA0"/>
    </a:accent5>
    <a:accent6>
      <a:srgbClr val="FFFFFF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Custom 8">
    <a:dk1>
      <a:srgbClr val="292934"/>
    </a:dk1>
    <a:lt1>
      <a:srgbClr val="FFFFFF"/>
    </a:lt1>
    <a:dk2>
      <a:srgbClr val="FFFFFF"/>
    </a:dk2>
    <a:lt2>
      <a:srgbClr val="F3F2DC"/>
    </a:lt2>
    <a:accent1>
      <a:srgbClr val="0072AF"/>
    </a:accent1>
    <a:accent2>
      <a:srgbClr val="FFFFFF"/>
    </a:accent2>
    <a:accent3>
      <a:srgbClr val="726056"/>
    </a:accent3>
    <a:accent4>
      <a:srgbClr val="4D4F53"/>
    </a:accent4>
    <a:accent5>
      <a:srgbClr val="808DA0"/>
    </a:accent5>
    <a:accent6>
      <a:srgbClr val="FFFFFF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3467</TotalTime>
  <Words>55</Words>
  <Application>Microsoft Macintosh PowerPoint</Application>
  <PresentationFormat>Widescreen</PresentationFormat>
  <Paragraphs>31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Candara</vt:lpstr>
      <vt:lpstr>Courier New</vt:lpstr>
      <vt:lpstr>Wingdings</vt:lpstr>
      <vt:lpstr>1_Clarity</vt:lpstr>
      <vt:lpstr>PowerPoint Presentation</vt:lpstr>
      <vt:lpstr>Circuit Overview</vt:lpstr>
      <vt:lpstr>Change detector</vt:lpstr>
      <vt:lpstr>Fast adaptive circuit</vt:lpstr>
      <vt:lpstr>Slow Adaptive Circuit : Input scaling</vt:lpstr>
      <vt:lpstr>Transconductance Amplifier</vt:lpstr>
      <vt:lpstr>Slow Adaptive Circuit Input</vt:lpstr>
      <vt:lpstr>Slow Adaptive Circuit Behavior</vt:lpstr>
      <vt:lpstr>Slow Adaptive Circuit Behavior</vt:lpstr>
      <vt:lpstr>ACE circuit</vt:lpstr>
      <vt:lpstr>ACE circuit : Zoom-in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Cappellini</dc:creator>
  <cp:lastModifiedBy>Halbach Quentin Francois R</cp:lastModifiedBy>
  <cp:revision>9</cp:revision>
  <dcterms:created xsi:type="dcterms:W3CDTF">2024-10-03T09:50:08Z</dcterms:created>
  <dcterms:modified xsi:type="dcterms:W3CDTF">2025-02-10T10:38:38Z</dcterms:modified>
</cp:coreProperties>
</file>