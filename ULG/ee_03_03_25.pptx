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1" r:id="rId2"/>
    <p:sldId id="291" r:id="rId3"/>
    <p:sldId id="307" r:id="rId4"/>
    <p:sldId id="310" r:id="rId5"/>
    <p:sldId id="308" r:id="rId6"/>
    <p:sldId id="309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307"/>
            <p14:sldId id="310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7" autoAdjust="0"/>
    <p:restoredTop sz="82579" autoAdjust="0"/>
  </p:normalViewPr>
  <p:slideViewPr>
    <p:cSldViewPr snapToGrid="0">
      <p:cViewPr varScale="1">
        <p:scale>
          <a:sx n="137" d="100"/>
          <a:sy n="137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03/03/25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3/3/25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3/3/25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3767" y="-356468"/>
            <a:ext cx="12327755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2" y="-301407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3581400" y="6553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/>
          <p:nvPr/>
        </p:nvCxnSpPr>
        <p:spPr>
          <a:xfrm flipH="1">
            <a:off x="3359696" y="219401"/>
            <a:ext cx="3767053" cy="91256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 flipH="1" flipV="1">
            <a:off x="3271380" y="1597070"/>
            <a:ext cx="6241504" cy="140370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24" idx="0"/>
          </p:cNvCxnSpPr>
          <p:nvPr/>
        </p:nvCxnSpPr>
        <p:spPr>
          <a:xfrm flipH="1" flipV="1">
            <a:off x="2427348" y="2851502"/>
            <a:ext cx="1268352" cy="370169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4789833" y="-672570"/>
            <a:ext cx="2404922" cy="87167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</p:cNvCxnSpPr>
          <p:nvPr/>
        </p:nvCxnSpPr>
        <p:spPr>
          <a:xfrm flipV="1">
            <a:off x="9424094" y="587650"/>
            <a:ext cx="2718241" cy="235894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>
            <a:cxnSpLocks/>
          </p:cNvCxnSpPr>
          <p:nvPr/>
        </p:nvCxnSpPr>
        <p:spPr>
          <a:xfrm>
            <a:off x="3785294" y="6667500"/>
            <a:ext cx="5638800" cy="57150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522" y="4437100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Progress Meeting : 03.03.2025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9A75B-053D-6E52-45F5-82415F8D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8" y="978168"/>
            <a:ext cx="3359696" cy="88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New V-to-I linear converter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734BD404-3DD1-95AE-4ED0-388E5DC6E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59" y="1198605"/>
            <a:ext cx="5557528" cy="4584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6E1D64-447F-503C-265C-2DB4A6EDB894}"/>
              </a:ext>
            </a:extLst>
          </p:cNvPr>
          <p:cNvSpPr txBox="1"/>
          <p:nvPr/>
        </p:nvSpPr>
        <p:spPr>
          <a:xfrm>
            <a:off x="839754" y="2136710"/>
            <a:ext cx="36482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Complexity of implementing it on chip (input fed to bulk of transistors) 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+</a:t>
            </a:r>
            <a:r>
              <a:rPr lang="en-US" dirty="0">
                <a:solidFill>
                  <a:schemeClr val="bg1"/>
                </a:solidFill>
              </a:rPr>
              <a:t> is the input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 is the reference voltage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Curve is tuned with ratio W/L of W and B transistors</a:t>
            </a:r>
          </a:p>
        </p:txBody>
      </p:sp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1D56-36C8-238A-B03A-6B2277DB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41D2-462C-7D21-BB05-FE7D4030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New V-to-I linear converter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FA3A0-4CB8-FC68-E7D3-A732361E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3</a:t>
            </a:fld>
            <a:endParaRPr lang="it-IT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0785572-42F7-A1C5-1E99-4D2C27786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515" y="1198605"/>
            <a:ext cx="6259028" cy="5215856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22447F4-6431-295C-8D18-5DE6425EC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33" y="2217066"/>
            <a:ext cx="5120507" cy="8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9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F787D-5BD2-0AC4-4802-0BAB7E0E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D8AD-EC72-D6C4-C050-115F4C8B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362E8-801D-3B0A-25B7-A2DE1664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5004DCD9-F330-5456-C857-261591C32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063" y="1198605"/>
            <a:ext cx="6222812" cy="51856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8B5F6BA-3A78-50FB-6EE7-76DBE5B875D3}"/>
              </a:ext>
            </a:extLst>
          </p:cNvPr>
          <p:cNvSpPr/>
          <p:nvPr/>
        </p:nvSpPr>
        <p:spPr>
          <a:xfrm>
            <a:off x="6331962" y="3607138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A20993-8785-1D57-DEE1-4EF3A5095F9D}"/>
              </a:ext>
            </a:extLst>
          </p:cNvPr>
          <p:cNvCxnSpPr>
            <a:cxnSpLocks/>
          </p:cNvCxnSpPr>
          <p:nvPr/>
        </p:nvCxnSpPr>
        <p:spPr>
          <a:xfrm>
            <a:off x="6774774" y="1754770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B63D1B8-1FA6-297A-B731-B3384306A03F}"/>
              </a:ext>
            </a:extLst>
          </p:cNvPr>
          <p:cNvSpPr/>
          <p:nvPr/>
        </p:nvSpPr>
        <p:spPr>
          <a:xfrm>
            <a:off x="5422813" y="4918453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038CAD-AC83-ED91-CD70-C2E4A5E4C1E2}"/>
              </a:ext>
            </a:extLst>
          </p:cNvPr>
          <p:cNvSpPr/>
          <p:nvPr/>
        </p:nvSpPr>
        <p:spPr>
          <a:xfrm>
            <a:off x="7364209" y="2277450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6918E5-A436-FECB-4E6F-AE464174FE22}"/>
              </a:ext>
            </a:extLst>
          </p:cNvPr>
          <p:cNvCxnSpPr>
            <a:cxnSpLocks/>
          </p:cNvCxnSpPr>
          <p:nvPr/>
        </p:nvCxnSpPr>
        <p:spPr>
          <a:xfrm flipV="1">
            <a:off x="6542956" y="3119712"/>
            <a:ext cx="1516239" cy="62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0C65D1-1EB5-90DE-E37D-000902E702DE}"/>
              </a:ext>
            </a:extLst>
          </p:cNvPr>
          <p:cNvCxnSpPr>
            <a:cxnSpLocks/>
          </p:cNvCxnSpPr>
          <p:nvPr/>
        </p:nvCxnSpPr>
        <p:spPr>
          <a:xfrm flipV="1">
            <a:off x="5755907" y="4676843"/>
            <a:ext cx="2029423" cy="319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30A52C-9E22-1BE5-15D9-3D74217D74A6}"/>
              </a:ext>
            </a:extLst>
          </p:cNvPr>
          <p:cNvCxnSpPr>
            <a:cxnSpLocks/>
          </p:cNvCxnSpPr>
          <p:nvPr/>
        </p:nvCxnSpPr>
        <p:spPr>
          <a:xfrm flipV="1">
            <a:off x="7663488" y="1498251"/>
            <a:ext cx="1144003" cy="77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6E2AF6-BB47-4B6C-D3AD-D19FC6456CE4}"/>
              </a:ext>
            </a:extLst>
          </p:cNvPr>
          <p:cNvSpPr txBox="1"/>
          <p:nvPr/>
        </p:nvSpPr>
        <p:spPr>
          <a:xfrm>
            <a:off x="8136654" y="2866439"/>
            <a:ext cx="1402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reset</a:t>
            </a:r>
            <a:r>
              <a:rPr lang="en-US" dirty="0">
                <a:solidFill>
                  <a:schemeClr val="bg1"/>
                </a:solidFill>
              </a:rPr>
              <a:t> : 10nA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2A800C-CC38-B4DA-DAC3-876DB6904C3D}"/>
              </a:ext>
            </a:extLst>
          </p:cNvPr>
          <p:cNvSpPr txBox="1"/>
          <p:nvPr/>
        </p:nvSpPr>
        <p:spPr>
          <a:xfrm>
            <a:off x="8850084" y="1261344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OFF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58EB62-74B3-295A-7FF2-F4E80BC4CFA9}"/>
              </a:ext>
            </a:extLst>
          </p:cNvPr>
          <p:cNvSpPr txBox="1"/>
          <p:nvPr/>
        </p:nvSpPr>
        <p:spPr>
          <a:xfrm>
            <a:off x="7828004" y="462691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377F9DDD-0552-3EC1-EA2D-EA255748BE17}"/>
              </a:ext>
            </a:extLst>
          </p:cNvPr>
          <p:cNvSpPr/>
          <p:nvPr/>
        </p:nvSpPr>
        <p:spPr>
          <a:xfrm rot="18567291">
            <a:off x="6896945" y="2467342"/>
            <a:ext cx="383965" cy="104418"/>
          </a:xfrm>
          <a:prstGeom prst="leftRightArrow">
            <a:avLst/>
          </a:prstGeom>
          <a:ln w="26424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2253717D-75EF-DD8F-CD14-5E027A6C1501}"/>
              </a:ext>
            </a:extLst>
          </p:cNvPr>
          <p:cNvSpPr/>
          <p:nvPr/>
        </p:nvSpPr>
        <p:spPr>
          <a:xfrm rot="18359781">
            <a:off x="5421574" y="4493726"/>
            <a:ext cx="383965" cy="10441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7928F5-5634-A15D-5F4D-152804E60AAE}"/>
              </a:ext>
            </a:extLst>
          </p:cNvPr>
          <p:cNvCxnSpPr>
            <a:cxnSpLocks/>
          </p:cNvCxnSpPr>
          <p:nvPr/>
        </p:nvCxnSpPr>
        <p:spPr>
          <a:xfrm>
            <a:off x="6096000" y="1791177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4ABAD6-5316-7F56-A9CD-4E44F39E9255}"/>
              </a:ext>
            </a:extLst>
          </p:cNvPr>
          <p:cNvSpPr/>
          <p:nvPr/>
        </p:nvSpPr>
        <p:spPr>
          <a:xfrm>
            <a:off x="6023172" y="4072497"/>
            <a:ext cx="145656" cy="1213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AF725D-FC28-DC8F-A449-2F30169A33FE}"/>
              </a:ext>
            </a:extLst>
          </p:cNvPr>
          <p:cNvSpPr/>
          <p:nvPr/>
        </p:nvSpPr>
        <p:spPr>
          <a:xfrm>
            <a:off x="6701781" y="3036733"/>
            <a:ext cx="145656" cy="1213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585052-3AB4-7CDC-EFA0-2482B32931B5}"/>
              </a:ext>
            </a:extLst>
          </p:cNvPr>
          <p:cNvCxnSpPr>
            <a:cxnSpLocks/>
          </p:cNvCxnSpPr>
          <p:nvPr/>
        </p:nvCxnSpPr>
        <p:spPr>
          <a:xfrm flipV="1">
            <a:off x="6906269" y="2325998"/>
            <a:ext cx="1514438" cy="733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63C20E-D57B-F398-77A5-64416123876A}"/>
              </a:ext>
            </a:extLst>
          </p:cNvPr>
          <p:cNvCxnSpPr>
            <a:cxnSpLocks/>
          </p:cNvCxnSpPr>
          <p:nvPr/>
        </p:nvCxnSpPr>
        <p:spPr>
          <a:xfrm flipV="1">
            <a:off x="6258321" y="3744652"/>
            <a:ext cx="1819084" cy="400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895BC3-13FE-5663-A3F7-CEB924A32EE7}"/>
              </a:ext>
            </a:extLst>
          </p:cNvPr>
          <p:cNvSpPr txBox="1"/>
          <p:nvPr/>
        </p:nvSpPr>
        <p:spPr>
          <a:xfrm>
            <a:off x="8287895" y="2325447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OFF-BASE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9F037-734F-89FF-D83C-29DA20B05EDB}"/>
              </a:ext>
            </a:extLst>
          </p:cNvPr>
          <p:cNvSpPr txBox="1"/>
          <p:nvPr/>
        </p:nvSpPr>
        <p:spPr>
          <a:xfrm>
            <a:off x="8131266" y="349847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ON-BASE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9F5D58-AC46-0219-8DF2-9A576315E795}"/>
              </a:ext>
            </a:extLst>
          </p:cNvPr>
          <p:cNvSpPr txBox="1"/>
          <p:nvPr/>
        </p:nvSpPr>
        <p:spPr>
          <a:xfrm>
            <a:off x="678730" y="1913641"/>
            <a:ext cx="17783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Adaptive threshold set by output current of DPI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Need to have stable and reliable DPI gain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F1C4A0-52DF-CBDD-2869-2A850C2D2941}"/>
              </a:ext>
            </a:extLst>
          </p:cNvPr>
          <p:cNvCxnSpPr>
            <a:cxnSpLocks/>
          </p:cNvCxnSpPr>
          <p:nvPr/>
        </p:nvCxnSpPr>
        <p:spPr>
          <a:xfrm>
            <a:off x="5136037" y="1791177"/>
            <a:ext cx="0" cy="3979765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D77D72-E69D-53FB-7080-7C158F41201C}"/>
              </a:ext>
            </a:extLst>
          </p:cNvPr>
          <p:cNvCxnSpPr>
            <a:cxnSpLocks/>
          </p:cNvCxnSpPr>
          <p:nvPr/>
        </p:nvCxnSpPr>
        <p:spPr>
          <a:xfrm>
            <a:off x="7828004" y="1738636"/>
            <a:ext cx="0" cy="3979765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4B9D546-CB27-2695-064B-03168D79A8DD}"/>
              </a:ext>
            </a:extLst>
          </p:cNvPr>
          <p:cNvSpPr txBox="1"/>
          <p:nvPr/>
        </p:nvSpPr>
        <p:spPr>
          <a:xfrm>
            <a:off x="4192201" y="1728598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ON_min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1F3AE3-2CE5-0D2B-A91C-E056978E36D3}"/>
              </a:ext>
            </a:extLst>
          </p:cNvPr>
          <p:cNvSpPr txBox="1"/>
          <p:nvPr/>
        </p:nvSpPr>
        <p:spPr>
          <a:xfrm>
            <a:off x="7200978" y="1322286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OFF_max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49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8294-AEC5-3928-6B2C-386074B2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319-BA2C-B966-9478-3F1FBA7D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Bias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DDC1B-A3CE-94AF-CD6D-AF6FA3FA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5</a:t>
            </a:fld>
            <a:endParaRPr lang="it-IT"/>
          </a:p>
        </p:txBody>
      </p:sp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1B878FBF-CFA4-D405-5DCA-AAF5E7E2D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55" y="2042736"/>
            <a:ext cx="8467690" cy="4233845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F691A406-6A77-2317-AB96-EFB5FB6F3591}"/>
              </a:ext>
            </a:extLst>
          </p:cNvPr>
          <p:cNvSpPr/>
          <p:nvPr/>
        </p:nvSpPr>
        <p:spPr>
          <a:xfrm rot="16200000">
            <a:off x="7980197" y="1415731"/>
            <a:ext cx="937350" cy="12596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6CBEA42-5F37-40BE-2BA2-8636F43DD2FD}"/>
              </a:ext>
            </a:extLst>
          </p:cNvPr>
          <p:cNvSpPr/>
          <p:nvPr/>
        </p:nvSpPr>
        <p:spPr>
          <a:xfrm rot="16200000">
            <a:off x="2840585" y="1713055"/>
            <a:ext cx="937350" cy="6593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EA4798F4-8827-A815-ACF2-9B2524995FB0}"/>
              </a:ext>
            </a:extLst>
          </p:cNvPr>
          <p:cNvSpPr/>
          <p:nvPr/>
        </p:nvSpPr>
        <p:spPr>
          <a:xfrm rot="16200000">
            <a:off x="5169382" y="139290"/>
            <a:ext cx="937350" cy="38068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05149-45D4-BD71-FB6A-7F505936253B}"/>
              </a:ext>
            </a:extLst>
          </p:cNvPr>
          <p:cNvSpPr txBox="1"/>
          <p:nvPr/>
        </p:nvSpPr>
        <p:spPr>
          <a:xfrm>
            <a:off x="7179973" y="1207540"/>
            <a:ext cx="293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Master current (5 choices)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95744-E030-1967-3342-4710B0F4C2CA}"/>
              </a:ext>
            </a:extLst>
          </p:cNvPr>
          <p:cNvSpPr txBox="1"/>
          <p:nvPr/>
        </p:nvSpPr>
        <p:spPr>
          <a:xfrm>
            <a:off x="4607091" y="1198605"/>
            <a:ext cx="2261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Bias current (8 bits)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703B24-011E-CB6A-40C3-07B7279FBECC}"/>
              </a:ext>
            </a:extLst>
          </p:cNvPr>
          <p:cNvSpPr txBox="1"/>
          <p:nvPr/>
        </p:nvSpPr>
        <p:spPr>
          <a:xfrm>
            <a:off x="2751488" y="1207608"/>
            <a:ext cx="1119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FET type</a:t>
            </a:r>
          </a:p>
        </p:txBody>
      </p:sp>
    </p:spTree>
    <p:extLst>
      <p:ext uri="{BB962C8B-B14F-4D97-AF65-F5344CB8AC3E}">
        <p14:creationId xmlns:p14="http://schemas.microsoft.com/office/powerpoint/2010/main" val="382754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A194-E13D-7930-A7B9-C300EE59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EA6A-B6B5-649C-1853-41080C1B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DPI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45EF1-F11C-E963-5412-B9F0DCD2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6</a:t>
            </a:fld>
            <a:endParaRPr lang="it-IT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31CF33CA-F6E3-054B-A28D-90988C8DE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202" y="1688192"/>
            <a:ext cx="7480300" cy="3873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AB8BCA-9735-1752-BE6A-65378D8FD51C}"/>
              </a:ext>
            </a:extLst>
          </p:cNvPr>
          <p:cNvSpPr/>
          <p:nvPr/>
        </p:nvSpPr>
        <p:spPr>
          <a:xfrm>
            <a:off x="8061649" y="2216021"/>
            <a:ext cx="1222310" cy="1212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1B4E541C-D8AF-2128-DCDC-63EA06747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1" y="3115670"/>
            <a:ext cx="3416300" cy="736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E10B69A-65D5-7010-CB91-27AD2C9C75D6}"/>
              </a:ext>
            </a:extLst>
          </p:cNvPr>
          <p:cNvSpPr/>
          <p:nvPr/>
        </p:nvSpPr>
        <p:spPr>
          <a:xfrm>
            <a:off x="3058537" y="3735367"/>
            <a:ext cx="1222310" cy="1212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BF586-B2C5-BC58-A1CE-D84A792BFC3D}"/>
              </a:ext>
            </a:extLst>
          </p:cNvPr>
          <p:cNvSpPr/>
          <p:nvPr/>
        </p:nvSpPr>
        <p:spPr>
          <a:xfrm>
            <a:off x="1999861" y="3852270"/>
            <a:ext cx="1222310" cy="1212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58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3826</TotalTime>
  <Words>107</Words>
  <Application>Microsoft Macintosh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Candara</vt:lpstr>
      <vt:lpstr>Courier New</vt:lpstr>
      <vt:lpstr>Wingdings</vt:lpstr>
      <vt:lpstr>1_Clarity</vt:lpstr>
      <vt:lpstr>PowerPoint Presentation</vt:lpstr>
      <vt:lpstr>New V-to-I linear converter</vt:lpstr>
      <vt:lpstr>New V-to-I linear converter</vt:lpstr>
      <vt:lpstr>Adaptation</vt:lpstr>
      <vt:lpstr>Bias Generator</vt:lpstr>
      <vt:lpstr>DPI gain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</cp:lastModifiedBy>
  <cp:revision>22</cp:revision>
  <dcterms:created xsi:type="dcterms:W3CDTF">2024-10-03T09:50:08Z</dcterms:created>
  <dcterms:modified xsi:type="dcterms:W3CDTF">2025-03-03T15:04:13Z</dcterms:modified>
</cp:coreProperties>
</file>